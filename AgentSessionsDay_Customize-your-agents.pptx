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sldIdLst>
    <p:sldId id="297" r:id="rId3"/>
    <p:sldId id="411" r:id="rId4"/>
    <p:sldId id="412" r:id="rId5"/>
    <p:sldId id="413" r:id="rId6"/>
    <p:sldId id="415" r:id="rId7"/>
    <p:sldId id="416" r:id="rId8"/>
    <p:sldId id="417" r:id="rId9"/>
    <p:sldId id="420" r:id="rId10"/>
    <p:sldId id="422" r:id="rId11"/>
    <p:sldId id="42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nt" id="{464CDCEF-E64A-4152-9CAE-5232D6EC6761}">
          <p14:sldIdLst>
            <p14:sldId id="297"/>
            <p14:sldId id="411"/>
            <p14:sldId id="412"/>
            <p14:sldId id="413"/>
            <p14:sldId id="415"/>
            <p14:sldId id="416"/>
            <p14:sldId id="417"/>
            <p14:sldId id="420"/>
            <p14:sldId id="422"/>
            <p14:sldId id="4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12AAEF-6039-F8AA-6415-502998D3326D}" name="Courtney Webster" initials="CW" userId="S::cowebster@microsoft.com::d23b9898-661c-4617-8167-59434e27dc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2658"/>
    <a:srgbClr val="0098FF"/>
    <a:srgbClr val="A5A5A5"/>
    <a:srgbClr val="1F9CF0"/>
    <a:srgbClr val="28AFEA"/>
    <a:srgbClr val="111111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C94B6D-A5C6-45EA-AE28-C3D8158AA8DC}" v="22" dt="2026-02-19T21:07:59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57308" autoAdjust="0"/>
  </p:normalViewPr>
  <p:slideViewPr>
    <p:cSldViewPr snapToGrid="0">
      <p:cViewPr varScale="1">
        <p:scale>
          <a:sx n="65" d="100"/>
          <a:sy n="65" d="100"/>
        </p:scale>
        <p:origin x="2584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 Soracco" userId="8c261a36-79bb-4ecb-b774-b90939f51d69" providerId="ADAL" clId="{F5200F05-2F9A-4385-A811-20663A0204FE}"/>
    <pc:docChg chg="delSld modSld delSection modSection">
      <pc:chgData name="Anna Soracco" userId="8c261a36-79bb-4ecb-b774-b90939f51d69" providerId="ADAL" clId="{F5200F05-2F9A-4385-A811-20663A0204FE}" dt="2026-02-19T21:08:07.409" v="56" actId="17846"/>
      <pc:docMkLst>
        <pc:docMk/>
      </pc:docMkLst>
      <pc:sldChg chg="modSp mod modNotesTx">
        <pc:chgData name="Anna Soracco" userId="8c261a36-79bb-4ecb-b774-b90939f51d69" providerId="ADAL" clId="{F5200F05-2F9A-4385-A811-20663A0204FE}" dt="2026-02-19T21:06:56.181" v="23" actId="33553"/>
        <pc:sldMkLst>
          <pc:docMk/>
          <pc:sldMk cId="408059857" sldId="297"/>
        </pc:sldMkLst>
        <pc:spChg chg="mod">
          <ac:chgData name="Anna Soracco" userId="8c261a36-79bb-4ecb-b774-b90939f51d69" providerId="ADAL" clId="{F5200F05-2F9A-4385-A811-20663A0204FE}" dt="2026-02-19T21:06:56.181" v="23" actId="33553"/>
          <ac:spMkLst>
            <pc:docMk/>
            <pc:sldMk cId="408059857" sldId="297"/>
            <ac:spMk id="5" creationId="{56B93043-7240-A5C9-61C4-7100178920A4}"/>
          </ac:spMkLst>
        </pc:spChg>
      </pc:sldChg>
      <pc:sldChg chg="addSp modSp mod modNotesTx">
        <pc:chgData name="Anna Soracco" userId="8c261a36-79bb-4ecb-b774-b90939f51d69" providerId="ADAL" clId="{F5200F05-2F9A-4385-A811-20663A0204FE}" dt="2026-02-19T21:07:59.081" v="55"/>
        <pc:sldMkLst>
          <pc:docMk/>
          <pc:sldMk cId="724087071" sldId="411"/>
        </pc:sldMkLst>
        <pc:spChg chg="add mod">
          <ac:chgData name="Anna Soracco" userId="8c261a36-79bb-4ecb-b774-b90939f51d69" providerId="ADAL" clId="{F5200F05-2F9A-4385-A811-20663A0204FE}" dt="2026-02-19T21:07:59.081" v="55"/>
          <ac:spMkLst>
            <pc:docMk/>
            <pc:sldMk cId="724087071" sldId="411"/>
            <ac:spMk id="2" creationId="{142A174D-B1A9-F31B-93C4-99E5E4D25A0C}"/>
          </ac:spMkLst>
        </pc:spChg>
        <pc:graphicFrameChg chg="modGraphic">
          <ac:chgData name="Anna Soracco" userId="8c261a36-79bb-4ecb-b774-b90939f51d69" providerId="ADAL" clId="{F5200F05-2F9A-4385-A811-20663A0204FE}" dt="2026-02-19T21:06:50.669" v="21" actId="13238"/>
          <ac:graphicFrameMkLst>
            <pc:docMk/>
            <pc:sldMk cId="724087071" sldId="411"/>
            <ac:graphicFrameMk id="4" creationId="{5B9C879A-0DD2-1282-19BA-87B89CF24228}"/>
          </ac:graphicFrameMkLst>
        </pc:graphicFrameChg>
      </pc:sldChg>
      <pc:sldChg chg="modSp mod">
        <pc:chgData name="Anna Soracco" userId="8c261a36-79bb-4ecb-b774-b90939f51d69" providerId="ADAL" clId="{F5200F05-2F9A-4385-A811-20663A0204FE}" dt="2026-02-19T21:07:11.853" v="35" actId="33553"/>
        <pc:sldMkLst>
          <pc:docMk/>
          <pc:sldMk cId="3858742967" sldId="412"/>
        </pc:sldMkLst>
        <pc:spChg chg="mod">
          <ac:chgData name="Anna Soracco" userId="8c261a36-79bb-4ecb-b774-b90939f51d69" providerId="ADAL" clId="{F5200F05-2F9A-4385-A811-20663A0204FE}" dt="2026-02-19T21:07:11.853" v="35" actId="33553"/>
          <ac:spMkLst>
            <pc:docMk/>
            <pc:sldMk cId="3858742967" sldId="412"/>
            <ac:spMk id="6" creationId="{85811641-44EE-4E26-CB11-BBD0B87D44B3}"/>
          </ac:spMkLst>
        </pc:spChg>
        <pc:spChg chg="mod">
          <ac:chgData name="Anna Soracco" userId="8c261a36-79bb-4ecb-b774-b90939f51d69" providerId="ADAL" clId="{F5200F05-2F9A-4385-A811-20663A0204FE}" dt="2026-02-19T21:06:15.594" v="11" actId="962"/>
          <ac:spMkLst>
            <pc:docMk/>
            <pc:sldMk cId="3858742967" sldId="412"/>
            <ac:spMk id="36" creationId="{A98FC02C-2D67-66A8-A16E-9FF5549CCF38}"/>
          </ac:spMkLst>
        </pc:spChg>
        <pc:picChg chg="mod">
          <ac:chgData name="Anna Soracco" userId="8c261a36-79bb-4ecb-b774-b90939f51d69" providerId="ADAL" clId="{F5200F05-2F9A-4385-A811-20663A0204FE}" dt="2026-02-19T21:06:28.607" v="16" actId="962"/>
          <ac:picMkLst>
            <pc:docMk/>
            <pc:sldMk cId="3858742967" sldId="412"/>
            <ac:picMk id="34" creationId="{7185B875-536A-904B-01CE-D50F3CE28B71}"/>
          </ac:picMkLst>
        </pc:picChg>
      </pc:sldChg>
      <pc:sldChg chg="modSp mod modNotesTx">
        <pc:chgData name="Anna Soracco" userId="8c261a36-79bb-4ecb-b774-b90939f51d69" providerId="ADAL" clId="{F5200F05-2F9A-4385-A811-20663A0204FE}" dt="2026-02-19T21:07:12.900" v="36" actId="33553"/>
        <pc:sldMkLst>
          <pc:docMk/>
          <pc:sldMk cId="3662603921" sldId="413"/>
        </pc:sldMkLst>
        <pc:spChg chg="mod">
          <ac:chgData name="Anna Soracco" userId="8c261a36-79bb-4ecb-b774-b90939f51d69" providerId="ADAL" clId="{F5200F05-2F9A-4385-A811-20663A0204FE}" dt="2026-02-19T21:07:12.900" v="36" actId="33553"/>
          <ac:spMkLst>
            <pc:docMk/>
            <pc:sldMk cId="3662603921" sldId="413"/>
            <ac:spMk id="6" creationId="{64FEA843-DC10-E72F-67F7-CAEC8C265A6B}"/>
          </ac:spMkLst>
        </pc:spChg>
        <pc:grpChg chg="mod">
          <ac:chgData name="Anna Soracco" userId="8c261a36-79bb-4ecb-b774-b90939f51d69" providerId="ADAL" clId="{F5200F05-2F9A-4385-A811-20663A0204FE}" dt="2026-02-19T21:06:35.276" v="17" actId="962"/>
          <ac:grpSpMkLst>
            <pc:docMk/>
            <pc:sldMk cId="3662603921" sldId="413"/>
            <ac:grpSpMk id="2" creationId="{6375E2ED-7200-B4C8-0D9F-63C9CFB16225}"/>
          </ac:grpSpMkLst>
        </pc:grpChg>
      </pc:sldChg>
      <pc:sldChg chg="del modNotesTx">
        <pc:chgData name="Anna Soracco" userId="8c261a36-79bb-4ecb-b774-b90939f51d69" providerId="ADAL" clId="{F5200F05-2F9A-4385-A811-20663A0204FE}" dt="2026-02-19T21:05:35.775" v="5" actId="47"/>
        <pc:sldMkLst>
          <pc:docMk/>
          <pc:sldMk cId="646502483" sldId="414"/>
        </pc:sldMkLst>
      </pc:sldChg>
      <pc:sldChg chg="modSp mod modNotesTx">
        <pc:chgData name="Anna Soracco" userId="8c261a36-79bb-4ecb-b774-b90939f51d69" providerId="ADAL" clId="{F5200F05-2F9A-4385-A811-20663A0204FE}" dt="2026-02-19T21:07:15.636" v="37" actId="33553"/>
        <pc:sldMkLst>
          <pc:docMk/>
          <pc:sldMk cId="1821098240" sldId="415"/>
        </pc:sldMkLst>
        <pc:spChg chg="mod">
          <ac:chgData name="Anna Soracco" userId="8c261a36-79bb-4ecb-b774-b90939f51d69" providerId="ADAL" clId="{F5200F05-2F9A-4385-A811-20663A0204FE}" dt="2026-02-19T21:07:15.636" v="37" actId="33553"/>
          <ac:spMkLst>
            <pc:docMk/>
            <pc:sldMk cId="1821098240" sldId="415"/>
            <ac:spMk id="6" creationId="{F06DF54D-9E15-54E5-B0E8-011A8761A5D5}"/>
          </ac:spMkLst>
        </pc:spChg>
        <pc:spChg chg="mod">
          <ac:chgData name="Anna Soracco" userId="8c261a36-79bb-4ecb-b774-b90939f51d69" providerId="ADAL" clId="{F5200F05-2F9A-4385-A811-20663A0204FE}" dt="2026-02-19T21:06:15.604" v="12" actId="962"/>
          <ac:spMkLst>
            <pc:docMk/>
            <pc:sldMk cId="1821098240" sldId="415"/>
            <ac:spMk id="36" creationId="{E6908B34-F2AB-31B8-B919-8857A1FF7668}"/>
          </ac:spMkLst>
        </pc:spChg>
        <pc:picChg chg="mod">
          <ac:chgData name="Anna Soracco" userId="8c261a36-79bb-4ecb-b774-b90939f51d69" providerId="ADAL" clId="{F5200F05-2F9A-4385-A811-20663A0204FE}" dt="2026-02-19T21:06:42.142" v="18" actId="962"/>
          <ac:picMkLst>
            <pc:docMk/>
            <pc:sldMk cId="1821098240" sldId="415"/>
            <ac:picMk id="2" creationId="{944806A1-4580-BDC5-BDB4-F3EAEBA4F015}"/>
          </ac:picMkLst>
        </pc:picChg>
      </pc:sldChg>
      <pc:sldChg chg="modSp mod modNotesTx">
        <pc:chgData name="Anna Soracco" userId="8c261a36-79bb-4ecb-b774-b90939f51d69" providerId="ADAL" clId="{F5200F05-2F9A-4385-A811-20663A0204FE}" dt="2026-02-19T21:07:16.803" v="38" actId="33553"/>
        <pc:sldMkLst>
          <pc:docMk/>
          <pc:sldMk cId="4152445333" sldId="416"/>
        </pc:sldMkLst>
        <pc:spChg chg="mod">
          <ac:chgData name="Anna Soracco" userId="8c261a36-79bb-4ecb-b774-b90939f51d69" providerId="ADAL" clId="{F5200F05-2F9A-4385-A811-20663A0204FE}" dt="2026-02-19T21:07:16.803" v="38" actId="33553"/>
          <ac:spMkLst>
            <pc:docMk/>
            <pc:sldMk cId="4152445333" sldId="416"/>
            <ac:spMk id="6" creationId="{2157C6CC-6F61-BD49-09D4-BF7FB8AA3C6D}"/>
          </ac:spMkLst>
        </pc:spChg>
        <pc:spChg chg="mod">
          <ac:chgData name="Anna Soracco" userId="8c261a36-79bb-4ecb-b774-b90939f51d69" providerId="ADAL" clId="{F5200F05-2F9A-4385-A811-20663A0204FE}" dt="2026-02-19T21:06:15.611" v="13" actId="962"/>
          <ac:spMkLst>
            <pc:docMk/>
            <pc:sldMk cId="4152445333" sldId="416"/>
            <ac:spMk id="36" creationId="{6CDBBACD-4F88-5000-70B9-B78F8FDEF249}"/>
          </ac:spMkLst>
        </pc:spChg>
        <pc:picChg chg="mod">
          <ac:chgData name="Anna Soracco" userId="8c261a36-79bb-4ecb-b774-b90939f51d69" providerId="ADAL" clId="{F5200F05-2F9A-4385-A811-20663A0204FE}" dt="2026-02-19T21:06:43.868" v="19" actId="962"/>
          <ac:picMkLst>
            <pc:docMk/>
            <pc:sldMk cId="4152445333" sldId="416"/>
            <ac:picMk id="3" creationId="{55DA5D8C-2C4E-5928-AE16-ECDDB1012AE4}"/>
          </ac:picMkLst>
        </pc:picChg>
      </pc:sldChg>
      <pc:sldChg chg="modSp mod">
        <pc:chgData name="Anna Soracco" userId="8c261a36-79bb-4ecb-b774-b90939f51d69" providerId="ADAL" clId="{F5200F05-2F9A-4385-A811-20663A0204FE}" dt="2026-02-19T21:07:18.838" v="39" actId="33553"/>
        <pc:sldMkLst>
          <pc:docMk/>
          <pc:sldMk cId="3343441042" sldId="417"/>
        </pc:sldMkLst>
        <pc:spChg chg="mod">
          <ac:chgData name="Anna Soracco" userId="8c261a36-79bb-4ecb-b774-b90939f51d69" providerId="ADAL" clId="{F5200F05-2F9A-4385-A811-20663A0204FE}" dt="2026-02-19T21:07:18.838" v="39" actId="33553"/>
          <ac:spMkLst>
            <pc:docMk/>
            <pc:sldMk cId="3343441042" sldId="417"/>
            <ac:spMk id="6" creationId="{DE7B1398-C59C-4312-B718-D45D5224DE5D}"/>
          </ac:spMkLst>
        </pc:spChg>
      </pc:sldChg>
      <pc:sldChg chg="del">
        <pc:chgData name="Anna Soracco" userId="8c261a36-79bb-4ecb-b774-b90939f51d69" providerId="ADAL" clId="{F5200F05-2F9A-4385-A811-20663A0204FE}" dt="2026-02-19T21:05:48.601" v="8" actId="47"/>
        <pc:sldMkLst>
          <pc:docMk/>
          <pc:sldMk cId="84612324" sldId="418"/>
        </pc:sldMkLst>
      </pc:sldChg>
      <pc:sldChg chg="del">
        <pc:chgData name="Anna Soracco" userId="8c261a36-79bb-4ecb-b774-b90939f51d69" providerId="ADAL" clId="{F5200F05-2F9A-4385-A811-20663A0204FE}" dt="2026-02-19T21:05:50.683" v="9" actId="47"/>
        <pc:sldMkLst>
          <pc:docMk/>
          <pc:sldMk cId="1480642008" sldId="419"/>
        </pc:sldMkLst>
      </pc:sldChg>
      <pc:sldChg chg="modSp mod">
        <pc:chgData name="Anna Soracco" userId="8c261a36-79bb-4ecb-b774-b90939f51d69" providerId="ADAL" clId="{F5200F05-2F9A-4385-A811-20663A0204FE}" dt="2026-02-19T21:07:20.781" v="40" actId="33553"/>
        <pc:sldMkLst>
          <pc:docMk/>
          <pc:sldMk cId="3012231454" sldId="420"/>
        </pc:sldMkLst>
        <pc:spChg chg="mod">
          <ac:chgData name="Anna Soracco" userId="8c261a36-79bb-4ecb-b774-b90939f51d69" providerId="ADAL" clId="{F5200F05-2F9A-4385-A811-20663A0204FE}" dt="2026-02-19T21:07:20.781" v="40" actId="33553"/>
          <ac:spMkLst>
            <pc:docMk/>
            <pc:sldMk cId="3012231454" sldId="420"/>
            <ac:spMk id="6" creationId="{2B872F2E-F6A8-8834-C88C-0E810A458089}"/>
          </ac:spMkLst>
        </pc:spChg>
      </pc:sldChg>
      <pc:sldChg chg="modSp mod">
        <pc:chgData name="Anna Soracco" userId="8c261a36-79bb-4ecb-b774-b90939f51d69" providerId="ADAL" clId="{F5200F05-2F9A-4385-A811-20663A0204FE}" dt="2026-02-19T21:07:51.049" v="54" actId="20577"/>
        <pc:sldMkLst>
          <pc:docMk/>
          <pc:sldMk cId="1112214919" sldId="422"/>
        </pc:sldMkLst>
        <pc:spChg chg="mod">
          <ac:chgData name="Anna Soracco" userId="8c261a36-79bb-4ecb-b774-b90939f51d69" providerId="ADAL" clId="{F5200F05-2F9A-4385-A811-20663A0204FE}" dt="2026-02-19T21:07:51.049" v="54" actId="20577"/>
          <ac:spMkLst>
            <pc:docMk/>
            <pc:sldMk cId="1112214919" sldId="422"/>
            <ac:spMk id="6" creationId="{9F3A21D9-367B-7646-8611-F2F20DF52FD6}"/>
          </ac:spMkLst>
        </pc:spChg>
        <pc:graphicFrameChg chg="modGraphic">
          <ac:chgData name="Anna Soracco" userId="8c261a36-79bb-4ecb-b774-b90939f51d69" providerId="ADAL" clId="{F5200F05-2F9A-4385-A811-20663A0204FE}" dt="2026-02-19T21:06:52.294" v="22" actId="13238"/>
          <ac:graphicFrameMkLst>
            <pc:docMk/>
            <pc:sldMk cId="1112214919" sldId="422"/>
            <ac:graphicFrameMk id="4" creationId="{82A5656C-FAB9-9866-495B-C0BF268C15D7}"/>
          </ac:graphicFrameMkLst>
        </pc:graphicFrameChg>
      </pc:sldChg>
      <pc:sldChg chg="del">
        <pc:chgData name="Anna Soracco" userId="8c261a36-79bb-4ecb-b774-b90939f51d69" providerId="ADAL" clId="{F5200F05-2F9A-4385-A811-20663A0204FE}" dt="2026-02-19T21:07:30.465" v="42" actId="2696"/>
        <pc:sldMkLst>
          <pc:docMk/>
          <pc:sldMk cId="900998812" sldId="423"/>
        </pc:sldMkLst>
      </pc:sldChg>
      <pc:sldChg chg="addSp delSp modSp mod">
        <pc:chgData name="Anna Soracco" userId="8c261a36-79bb-4ecb-b774-b90939f51d69" providerId="ADAL" clId="{F5200F05-2F9A-4385-A811-20663A0204FE}" dt="2026-02-19T21:07:43.718" v="45" actId="33553"/>
        <pc:sldMkLst>
          <pc:docMk/>
          <pc:sldMk cId="3513498622" sldId="425"/>
        </pc:sldMkLst>
        <pc:spChg chg="add del mod">
          <ac:chgData name="Anna Soracco" userId="8c261a36-79bb-4ecb-b774-b90939f51d69" providerId="ADAL" clId="{F5200F05-2F9A-4385-A811-20663A0204FE}" dt="2026-02-19T21:07:41.183" v="44" actId="478"/>
          <ac:spMkLst>
            <pc:docMk/>
            <pc:sldMk cId="3513498622" sldId="425"/>
            <ac:spMk id="2" creationId="{29A760A2-33A3-C48A-BCFE-D752199B4738}"/>
          </ac:spMkLst>
        </pc:spChg>
        <pc:spChg chg="mod">
          <ac:chgData name="Anna Soracco" userId="8c261a36-79bb-4ecb-b774-b90939f51d69" providerId="ADAL" clId="{F5200F05-2F9A-4385-A811-20663A0204FE}" dt="2026-02-19T21:07:43.718" v="45" actId="33553"/>
          <ac:spMkLst>
            <pc:docMk/>
            <pc:sldMk cId="3513498622" sldId="425"/>
            <ac:spMk id="6" creationId="{B3CEBD74-8CE7-D7C7-C8CD-92E133C74449}"/>
          </ac:spMkLst>
        </pc:spChg>
        <pc:spChg chg="mod">
          <ac:chgData name="Anna Soracco" userId="8c261a36-79bb-4ecb-b774-b90939f51d69" providerId="ADAL" clId="{F5200F05-2F9A-4385-A811-20663A0204FE}" dt="2026-02-19T21:06:15.625" v="14" actId="962"/>
          <ac:spMkLst>
            <pc:docMk/>
            <pc:sldMk cId="3513498622" sldId="425"/>
            <ac:spMk id="36" creationId="{47818216-3391-D7DB-E957-A1B4BA83BA2F}"/>
          </ac:spMkLst>
        </pc:spChg>
        <pc:picChg chg="mod">
          <ac:chgData name="Anna Soracco" userId="8c261a36-79bb-4ecb-b774-b90939f51d69" providerId="ADAL" clId="{F5200F05-2F9A-4385-A811-20663A0204FE}" dt="2026-02-19T21:06:45.907" v="20" actId="962"/>
          <ac:picMkLst>
            <pc:docMk/>
            <pc:sldMk cId="3513498622" sldId="425"/>
            <ac:picMk id="3" creationId="{CF026156-8A56-4535-3EFC-5700E7620D6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EE984F-8D28-4FBC-B9BD-A198ED3938E5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D3779-BF8B-4149-A8BB-D94D9DB639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30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6B2B-DBE2-8C48-1D3B-2757A2F26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F64A6-4C33-5EC6-8A61-45FE1A940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55CA3-1355-F950-3784-B2585883F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28C62-226B-44CC-EF6E-D47ECE25F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B91E0A-71B2-42AB-84DA-68EFB1FC2E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643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D3779-BF8B-4149-A8BB-D94D9DB6394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2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D3779-BF8B-4149-A8BB-D94D9DB6394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720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C060-0976-6713-45E5-80DEEA4AD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88DC3-0828-0D3F-A660-9483947F10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E01A9-B704-99AD-E46B-59CB9FDAB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909BB0-01EC-80F3-759F-AE1094E5D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72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B4B75-CB98-1700-3F1A-CF651579A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B0E6C-0B73-D50D-E1AC-4668DBA74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6A3E9-5136-78FC-E1E8-6E8452ED6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FF755-C9F7-6B5D-F6F7-0B97D4044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9561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3FE06-EB8F-CB26-6417-2A1381262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9FD41-269A-8856-656E-13D3E31A9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EF76F-B842-EF86-D1F0-BDBDEFC1E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B1E47-069F-C1F2-8559-CFC783540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92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2E3DC-3FC2-0764-3B16-D31DF77B8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6155B0-10A7-67AF-3B7D-AF0631A0C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54FCD-E9B1-C92B-529F-29794D14D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B3F7A-30B2-38AF-0756-F8EB4EBA2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46899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74EB-7E17-863E-1B6F-49DA8A84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7EFB2D-A4E6-D295-ECA7-EE7845361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D259A-A932-D0E0-2104-67B7B06450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BFB50-8FB0-498C-537B-F97973DF8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655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E74DB-B251-1FD0-EEC4-F61C112AC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07A87-013D-989B-2364-7A121D18B1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4A86F-0FF8-743F-9FCB-0980D0EA8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CEBAA-DCEE-F55E-B0DF-AA376125D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598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37D7-6DC3-799F-16E3-E1640A56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03010-D672-B921-C788-D115E3E17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FDA6C-BFC8-B12D-FAC7-634C8889E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F8EE5-8874-9585-4891-7DCDC8452C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78D3779-BF8B-4149-A8BB-D94D9DB6394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8629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AC225-0636-2991-AC56-3C36F419F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1B6AB5-CD10-85C1-3623-85F6D247C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DD482-CCE3-6230-02FC-A6E077E17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6F7E3-B6DD-67D7-7711-AF44F8795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6F30F-7462-D517-067A-8A5A60473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5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53727-095C-B57D-7532-5C1798A2C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6105D-9517-AEC9-D416-E5D33A263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4AE71-1D09-98F7-C111-BBB68CDBC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BB3F1-C6FF-AC9A-1820-62CC3801C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C91F0-8FE1-022E-898A-A1971087B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00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51C5E-5425-D8C8-183F-0BC6AC03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91908A-22F6-B2E2-AB32-7085DAEB3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E6511-0799-302E-7BF0-AF124FD32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2A6D7-808B-230F-14D4-D1CD9AD4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9DCD-ED41-BC9B-4119-E76B13A6F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2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99664-8AA9-AE9E-44C1-7A5636595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EB8FE-FB6B-DD3F-BB20-204634118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D3423E-3855-7B6C-A533-B537FC4AB0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379646-5219-DEA6-E85C-5BA4EFF97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47C9E-CD19-830C-39F4-D33840AE3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82E1C3-FF6C-D85B-A945-E9BFCC19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655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F8495-CA42-51F6-7C06-C0EB1C64E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A04785-8A99-4C28-1726-D816CE14A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E4B530-D614-A9D6-73BA-472A4BCF3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87B309-8D5F-9BCD-F1F5-2846D6A86E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49D485-89A1-D538-C0B5-FD718429BC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335C81-803B-2060-56C5-78EAAB98B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156E38-FB84-025C-D674-F580CC579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825687-69D1-CD53-A407-685FC020F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83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BE0A9-536F-2BFD-6916-A3DB04159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9591FF-B072-2955-24CF-114891BC5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850826-9935-249E-50DB-A74BB161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848C46-B864-17B2-A7E5-38F31895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60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ED85C0-FBDC-B389-5B9B-32BFF8AA1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6D489A-A199-B9D5-7F4E-CCBEB6A00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B416C-F87B-BBFD-089F-8B9CB08C6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344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A2B65-1AA2-B035-55FE-36E30DB92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BEB84-6AC8-1439-620B-B9D76701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9A1F0-3B6D-0102-F221-3F30876C2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4D3B86-1C58-7344-A8AF-C46D0D91C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312BE-4487-39D9-5410-0D2AF41E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71F3-661C-3CF6-F918-29ADFED92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48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99826-2139-A6C0-559A-D1FFC719C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6C4C69-AF2F-FE33-903E-DF5E1C0DA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F8024A-5EBC-8262-467C-9E5819819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9231B-B51C-806D-438D-2DF6901B4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41EDC-6E29-12D2-24A5-37A66533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8BCD3B-5934-299D-001C-B5BFCFB6E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18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E804D-4302-1CA9-7315-3B7C7135F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96A9AB-01B8-0C96-01C6-64830133AF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FF4C-7E00-9B22-E488-474EF3EDB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1627E-5BA8-B958-DC80-80004688D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606D8-E1FF-D708-3DD4-41AA9A0CE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497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F1E8F2-0B38-4D10-DD6E-DB55364F3F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6F50C-D200-031C-87C6-533BBDBB73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70A3F-6B71-3577-54C7-D83D9E63B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9AEF-7FBD-3A34-9BC2-1B93F3D62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4DF53-5E7B-84B4-68A3-4250D8573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901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5" y="1122366"/>
            <a:ext cx="9144000" cy="2387600"/>
          </a:xfrm>
        </p:spPr>
        <p:txBody>
          <a:bodyPr anchor="b"/>
          <a:lstStyle>
            <a:lvl1pPr algn="ctr">
              <a:defRPr sz="532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5" y="3602038"/>
            <a:ext cx="9144000" cy="1655762"/>
          </a:xfrm>
        </p:spPr>
        <p:txBody>
          <a:bodyPr/>
          <a:lstStyle>
            <a:lvl1pPr marL="0" indent="0" algn="ctr">
              <a:buNone/>
              <a:defRPr sz="2131"/>
            </a:lvl1pPr>
            <a:lvl2pPr marL="406050" indent="0" algn="ctr">
              <a:buNone/>
              <a:defRPr sz="1776"/>
            </a:lvl2pPr>
            <a:lvl3pPr marL="812100" indent="0" algn="ctr">
              <a:buNone/>
              <a:defRPr sz="1599"/>
            </a:lvl3pPr>
            <a:lvl4pPr marL="1218149" indent="0" algn="ctr">
              <a:buNone/>
              <a:defRPr sz="1421"/>
            </a:lvl4pPr>
            <a:lvl5pPr marL="1624199" indent="0" algn="ctr">
              <a:buNone/>
              <a:defRPr sz="1421"/>
            </a:lvl5pPr>
            <a:lvl6pPr marL="2030249" indent="0" algn="ctr">
              <a:buNone/>
              <a:defRPr sz="1421"/>
            </a:lvl6pPr>
            <a:lvl7pPr marL="2436299" indent="0" algn="ctr">
              <a:buNone/>
              <a:defRPr sz="1421"/>
            </a:lvl7pPr>
            <a:lvl8pPr marL="2842350" indent="0" algn="ctr">
              <a:buNone/>
              <a:defRPr sz="1421"/>
            </a:lvl8pPr>
            <a:lvl9pPr marL="3248399" indent="0" algn="ctr">
              <a:buNone/>
              <a:defRPr sz="142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940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750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532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8"/>
          </a:xfrm>
        </p:spPr>
        <p:txBody>
          <a:bodyPr/>
          <a:lstStyle>
            <a:lvl1pPr marL="0" indent="0">
              <a:buNone/>
              <a:defRPr sz="2131">
                <a:solidFill>
                  <a:schemeClr val="tx1">
                    <a:tint val="75000"/>
                  </a:schemeClr>
                </a:solidFill>
              </a:defRPr>
            </a:lvl1pPr>
            <a:lvl2pPr marL="406050" indent="0">
              <a:buNone/>
              <a:defRPr sz="1776">
                <a:solidFill>
                  <a:schemeClr val="tx1">
                    <a:tint val="75000"/>
                  </a:schemeClr>
                </a:solidFill>
              </a:defRPr>
            </a:lvl2pPr>
            <a:lvl3pPr marL="812100" indent="0">
              <a:buNone/>
              <a:defRPr sz="1599">
                <a:solidFill>
                  <a:schemeClr val="tx1">
                    <a:tint val="75000"/>
                  </a:schemeClr>
                </a:solidFill>
              </a:defRPr>
            </a:lvl3pPr>
            <a:lvl4pPr marL="121814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4pPr>
            <a:lvl5pPr marL="162419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5pPr>
            <a:lvl6pPr marL="203024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6pPr>
            <a:lvl7pPr marL="243629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7pPr>
            <a:lvl8pPr marL="2842350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8pPr>
            <a:lvl9pPr marL="3248399" indent="0">
              <a:buNone/>
              <a:defRPr sz="142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219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199" y="1825629"/>
            <a:ext cx="5181600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825629"/>
            <a:ext cx="5181600" cy="4351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066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7"/>
            <a:ext cx="5157788" cy="823911"/>
          </a:xfrm>
        </p:spPr>
        <p:txBody>
          <a:bodyPr anchor="b"/>
          <a:lstStyle>
            <a:lvl1pPr marL="0" indent="0">
              <a:buNone/>
              <a:defRPr sz="2131" b="1"/>
            </a:lvl1pPr>
            <a:lvl2pPr marL="406050" indent="0">
              <a:buNone/>
              <a:defRPr sz="1776" b="1"/>
            </a:lvl2pPr>
            <a:lvl3pPr marL="812100" indent="0">
              <a:buNone/>
              <a:defRPr sz="1599" b="1"/>
            </a:lvl3pPr>
            <a:lvl4pPr marL="1218149" indent="0">
              <a:buNone/>
              <a:defRPr sz="1421" b="1"/>
            </a:lvl4pPr>
            <a:lvl5pPr marL="1624199" indent="0">
              <a:buNone/>
              <a:defRPr sz="1421" b="1"/>
            </a:lvl5pPr>
            <a:lvl6pPr marL="2030249" indent="0">
              <a:buNone/>
              <a:defRPr sz="1421" b="1"/>
            </a:lvl6pPr>
            <a:lvl7pPr marL="2436299" indent="0">
              <a:buNone/>
              <a:defRPr sz="1421" b="1"/>
            </a:lvl7pPr>
            <a:lvl8pPr marL="2842350" indent="0">
              <a:buNone/>
              <a:defRPr sz="1421" b="1"/>
            </a:lvl8pPr>
            <a:lvl9pPr marL="3248399" indent="0">
              <a:buNone/>
              <a:defRPr sz="142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9"/>
            <a:ext cx="5157788" cy="3684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6" y="1681167"/>
            <a:ext cx="5183188" cy="823911"/>
          </a:xfrm>
        </p:spPr>
        <p:txBody>
          <a:bodyPr anchor="b"/>
          <a:lstStyle>
            <a:lvl1pPr marL="0" indent="0">
              <a:buNone/>
              <a:defRPr sz="2131" b="1"/>
            </a:lvl1pPr>
            <a:lvl2pPr marL="406050" indent="0">
              <a:buNone/>
              <a:defRPr sz="1776" b="1"/>
            </a:lvl2pPr>
            <a:lvl3pPr marL="812100" indent="0">
              <a:buNone/>
              <a:defRPr sz="1599" b="1"/>
            </a:lvl3pPr>
            <a:lvl4pPr marL="1218149" indent="0">
              <a:buNone/>
              <a:defRPr sz="1421" b="1"/>
            </a:lvl4pPr>
            <a:lvl5pPr marL="1624199" indent="0">
              <a:buNone/>
              <a:defRPr sz="1421" b="1"/>
            </a:lvl5pPr>
            <a:lvl6pPr marL="2030249" indent="0">
              <a:buNone/>
              <a:defRPr sz="1421" b="1"/>
            </a:lvl6pPr>
            <a:lvl7pPr marL="2436299" indent="0">
              <a:buNone/>
              <a:defRPr sz="1421" b="1"/>
            </a:lvl7pPr>
            <a:lvl8pPr marL="2842350" indent="0">
              <a:buNone/>
              <a:defRPr sz="1421" b="1"/>
            </a:lvl8pPr>
            <a:lvl9pPr marL="3248399" indent="0">
              <a:buNone/>
              <a:defRPr sz="142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6" y="2505079"/>
            <a:ext cx="5183188" cy="36845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0285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880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8924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3"/>
            <a:ext cx="3932236" cy="1600200"/>
          </a:xfrm>
        </p:spPr>
        <p:txBody>
          <a:bodyPr anchor="b"/>
          <a:lstStyle>
            <a:lvl1pPr>
              <a:defRPr sz="284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93" y="987429"/>
            <a:ext cx="6172200" cy="4873624"/>
          </a:xfrm>
        </p:spPr>
        <p:txBody>
          <a:bodyPr/>
          <a:lstStyle>
            <a:lvl1pPr>
              <a:defRPr sz="2841"/>
            </a:lvl1pPr>
            <a:lvl2pPr>
              <a:defRPr sz="2487"/>
            </a:lvl2pPr>
            <a:lvl3pPr>
              <a:defRPr sz="2131"/>
            </a:lvl3pPr>
            <a:lvl4pPr>
              <a:defRPr sz="1776"/>
            </a:lvl4pPr>
            <a:lvl5pPr>
              <a:defRPr sz="1776"/>
            </a:lvl5pPr>
            <a:lvl6pPr>
              <a:defRPr sz="1776"/>
            </a:lvl6pPr>
            <a:lvl7pPr>
              <a:defRPr sz="1776"/>
            </a:lvl7pPr>
            <a:lvl8pPr>
              <a:defRPr sz="1776"/>
            </a:lvl8pPr>
            <a:lvl9pPr>
              <a:defRPr sz="177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6" cy="3811588"/>
          </a:xfrm>
        </p:spPr>
        <p:txBody>
          <a:bodyPr/>
          <a:lstStyle>
            <a:lvl1pPr marL="0" indent="0">
              <a:buNone/>
              <a:defRPr sz="1421"/>
            </a:lvl1pPr>
            <a:lvl2pPr marL="406050" indent="0">
              <a:buNone/>
              <a:defRPr sz="1243"/>
            </a:lvl2pPr>
            <a:lvl3pPr marL="812100" indent="0">
              <a:buNone/>
              <a:defRPr sz="1066"/>
            </a:lvl3pPr>
            <a:lvl4pPr marL="1218149" indent="0">
              <a:buNone/>
              <a:defRPr sz="888"/>
            </a:lvl4pPr>
            <a:lvl5pPr marL="1624199" indent="0">
              <a:buNone/>
              <a:defRPr sz="888"/>
            </a:lvl5pPr>
            <a:lvl6pPr marL="2030249" indent="0">
              <a:buNone/>
              <a:defRPr sz="888"/>
            </a:lvl6pPr>
            <a:lvl7pPr marL="2436299" indent="0">
              <a:buNone/>
              <a:defRPr sz="888"/>
            </a:lvl7pPr>
            <a:lvl8pPr marL="2842350" indent="0">
              <a:buNone/>
              <a:defRPr sz="888"/>
            </a:lvl8pPr>
            <a:lvl9pPr marL="3248399" indent="0">
              <a:buNone/>
              <a:defRPr sz="8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62239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3"/>
            <a:ext cx="3932236" cy="1600200"/>
          </a:xfrm>
        </p:spPr>
        <p:txBody>
          <a:bodyPr anchor="b"/>
          <a:lstStyle>
            <a:lvl1pPr>
              <a:defRPr sz="284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93" y="987429"/>
            <a:ext cx="6172200" cy="4873624"/>
          </a:xfrm>
        </p:spPr>
        <p:txBody>
          <a:bodyPr anchor="t"/>
          <a:lstStyle>
            <a:lvl1pPr marL="0" indent="0">
              <a:buNone/>
              <a:defRPr sz="2841"/>
            </a:lvl1pPr>
            <a:lvl2pPr marL="406050" indent="0">
              <a:buNone/>
              <a:defRPr sz="2487"/>
            </a:lvl2pPr>
            <a:lvl3pPr marL="812100" indent="0">
              <a:buNone/>
              <a:defRPr sz="2131"/>
            </a:lvl3pPr>
            <a:lvl4pPr marL="1218149" indent="0">
              <a:buNone/>
              <a:defRPr sz="1776"/>
            </a:lvl4pPr>
            <a:lvl5pPr marL="1624199" indent="0">
              <a:buNone/>
              <a:defRPr sz="1776"/>
            </a:lvl5pPr>
            <a:lvl6pPr marL="2030249" indent="0">
              <a:buNone/>
              <a:defRPr sz="1776"/>
            </a:lvl6pPr>
            <a:lvl7pPr marL="2436299" indent="0">
              <a:buNone/>
              <a:defRPr sz="1776"/>
            </a:lvl7pPr>
            <a:lvl8pPr marL="2842350" indent="0">
              <a:buNone/>
              <a:defRPr sz="1776"/>
            </a:lvl8pPr>
            <a:lvl9pPr marL="3248399" indent="0">
              <a:buNone/>
              <a:defRPr sz="1776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6" cy="3811588"/>
          </a:xfrm>
        </p:spPr>
        <p:txBody>
          <a:bodyPr/>
          <a:lstStyle>
            <a:lvl1pPr marL="0" indent="0">
              <a:buNone/>
              <a:defRPr sz="1421"/>
            </a:lvl1pPr>
            <a:lvl2pPr marL="406050" indent="0">
              <a:buNone/>
              <a:defRPr sz="1243"/>
            </a:lvl2pPr>
            <a:lvl3pPr marL="812100" indent="0">
              <a:buNone/>
              <a:defRPr sz="1066"/>
            </a:lvl3pPr>
            <a:lvl4pPr marL="1218149" indent="0">
              <a:buNone/>
              <a:defRPr sz="888"/>
            </a:lvl4pPr>
            <a:lvl5pPr marL="1624199" indent="0">
              <a:buNone/>
              <a:defRPr sz="888"/>
            </a:lvl5pPr>
            <a:lvl6pPr marL="2030249" indent="0">
              <a:buNone/>
              <a:defRPr sz="888"/>
            </a:lvl6pPr>
            <a:lvl7pPr marL="2436299" indent="0">
              <a:buNone/>
              <a:defRPr sz="888"/>
            </a:lvl7pPr>
            <a:lvl8pPr marL="2842350" indent="0">
              <a:buNone/>
              <a:defRPr sz="888"/>
            </a:lvl8pPr>
            <a:lvl9pPr marL="3248399" indent="0">
              <a:buNone/>
              <a:defRPr sz="8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975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8332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6" y="365124"/>
            <a:ext cx="2628899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4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56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C5C2A7-9280-FE2F-F1F2-DB6C2053B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24BFCF-673D-C823-597A-A9C2D208A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8DAF5-A9D5-2A3B-08C0-998AB30EE9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0D7C1D-8763-4D90-BBD4-615D5633448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E696B-A7FE-F751-8ABE-E906ABDF17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D8B3-47AB-D87B-5280-2DEC153B87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C1956-B1DE-4A21-AA98-B5AA9ADC93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79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9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6" y="6356353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04D3E8-960D-4852-BC1D-F50E4893BFE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3"/>
            <a:ext cx="41148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5" y="6356353"/>
            <a:ext cx="2743200" cy="365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DF7593-AC1A-4553-A46B-125996B0C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807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100" rtl="0" eaLnBrk="1" latinLnBrk="0" hangingPunct="1">
        <a:lnSpc>
          <a:spcPct val="90000"/>
        </a:lnSpc>
        <a:spcBef>
          <a:spcPct val="0"/>
        </a:spcBef>
        <a:buNone/>
        <a:defRPr sz="39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025" indent="-203025" algn="l" defTabSz="812100" rtl="0" eaLnBrk="1" latinLnBrk="0" hangingPunct="1">
        <a:lnSpc>
          <a:spcPct val="90000"/>
        </a:lnSpc>
        <a:spcBef>
          <a:spcPts val="888"/>
        </a:spcBef>
        <a:buFont typeface="Arial" panose="020B0604020202020204" pitchFamily="34" charset="0"/>
        <a:buChar char="•"/>
        <a:defRPr sz="2487" kern="1200">
          <a:solidFill>
            <a:schemeClr val="tx1"/>
          </a:solidFill>
          <a:latin typeface="+mn-lt"/>
          <a:ea typeface="+mn-ea"/>
          <a:cs typeface="+mn-cs"/>
        </a:defRPr>
      </a:lvl1pPr>
      <a:lvl2pPr marL="609075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2131" kern="1200">
          <a:solidFill>
            <a:schemeClr val="tx1"/>
          </a:solidFill>
          <a:latin typeface="+mn-lt"/>
          <a:ea typeface="+mn-ea"/>
          <a:cs typeface="+mn-cs"/>
        </a:defRPr>
      </a:lvl2pPr>
      <a:lvl3pPr marL="101512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776" kern="1200">
          <a:solidFill>
            <a:schemeClr val="tx1"/>
          </a:solidFill>
          <a:latin typeface="+mn-lt"/>
          <a:ea typeface="+mn-ea"/>
          <a:cs typeface="+mn-cs"/>
        </a:defRPr>
      </a:lvl3pPr>
      <a:lvl4pPr marL="142117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22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23327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6pPr>
      <a:lvl7pPr marL="2639325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304537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8pPr>
      <a:lvl9pPr marL="3451424" indent="-203025" algn="l" defTabSz="812100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1pPr>
      <a:lvl2pPr marL="40605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2pPr>
      <a:lvl3pPr marL="81210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3pPr>
      <a:lvl4pPr marL="121814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162419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03024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6pPr>
      <a:lvl7pPr marL="243629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7pPr>
      <a:lvl8pPr marL="2842350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8pPr>
      <a:lvl9pPr marL="3248399" algn="l" defTabSz="812100" rtl="0" eaLnBrk="1" latinLnBrk="0" hangingPunct="1">
        <a:defRPr sz="15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awesome-copilot/tree/mai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5FEA-7C83-B749-2285-D7327AC1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F97A60-3EAB-B823-D44C-66437DBD3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6411" y="-352426"/>
            <a:ext cx="12841111" cy="7223125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6B93043-7240-A5C9-61C4-7100178920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idx="4294967295"/>
          </p:nvPr>
        </p:nvSpPr>
        <p:spPr>
          <a:xfrm>
            <a:off x="0" y="34543"/>
            <a:ext cx="5183403" cy="3022625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rPr>
              <a:t>Customize your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933662-D76C-2CB0-E2BE-7CC59852FE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065974"/>
            <a:ext cx="4376792" cy="123932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1E9CF0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Segoe UI" panose="020B0502040204020203" pitchFamily="34" charset="0"/>
              </a:rPr>
              <a:t>Courtney Webster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BF92CE-63E6-081B-D3B2-1F62233A59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5554027"/>
            <a:ext cx="3683000" cy="9383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57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1E9CF0"/>
                </a:solidFill>
                <a:effectLst/>
                <a:uLnTx/>
                <a:uFillTx/>
                <a:latin typeface="Segoe Pro Light" panose="020B0302040504020203" pitchFamily="34" charset="0"/>
                <a:ea typeface="+mn-ea"/>
                <a:cs typeface="Segoe UI" panose="020B0502040204020203" pitchFamily="34" charset="0"/>
              </a:rPr>
              <a:t>VS Code Live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 Light" panose="020B0302040504020203" pitchFamily="34" charset="0"/>
                <a:ea typeface="+mn-ea"/>
                <a:cs typeface="Segoe UI" panose="020B0502040204020203" pitchFamily="34" charset="0"/>
              </a:rPr>
              <a:t>Agent Sessions Day</a:t>
            </a:r>
          </a:p>
        </p:txBody>
      </p:sp>
    </p:spTree>
    <p:extLst>
      <p:ext uri="{BB962C8B-B14F-4D97-AF65-F5344CB8AC3E}">
        <p14:creationId xmlns:p14="http://schemas.microsoft.com/office/powerpoint/2010/main" val="408059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63AC22-28D8-3737-03AA-175930E81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A174D-B1A9-F31B-93C4-99E5E4D25A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6230" y="-2674934"/>
            <a:ext cx="9144000" cy="2387600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B9C879A-0DD2-1282-19BA-87B89CF242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975483"/>
              </p:ext>
            </p:extLst>
          </p:nvPr>
        </p:nvGraphicFramePr>
        <p:xfrm>
          <a:off x="316230" y="274320"/>
          <a:ext cx="10424160" cy="6112637"/>
        </p:xfrm>
        <a:graphic>
          <a:graphicData uri="http://schemas.openxmlformats.org/drawingml/2006/table">
            <a:tbl>
              <a:tblPr firstRow="1"/>
              <a:tblGrid>
                <a:gridCol w="2377440">
                  <a:extLst>
                    <a:ext uri="{9D8B030D-6E8A-4147-A177-3AD203B41FA5}">
                      <a16:colId xmlns:a16="http://schemas.microsoft.com/office/drawing/2014/main" val="3150923458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1252894423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3049987799"/>
                    </a:ext>
                  </a:extLst>
                </a:gridCol>
              </a:tblGrid>
              <a:tr h="303351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spcBef>
                          <a:spcPts val="1200"/>
                        </a:spcBef>
                        <a:buNone/>
                      </a:pPr>
                      <a:endParaRPr kumimoji="0" lang="en-US" sz="2875" b="0" i="0" u="none" strike="noStrike" kern="1200" cap="none" spc="-84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Segoe Pro Semibold" panose="020B0702040504020203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L="137160" marR="137160" marT="137160" marB="13716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spcBef>
                          <a:spcPts val="1200"/>
                        </a:spcBef>
                        <a:buNone/>
                      </a:pPr>
                      <a:r>
                        <a:rPr kumimoji="0" lang="en-US" sz="2875" b="0" i="0" u="none" strike="noStrike" kern="1200" cap="none" spc="-84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Segoe Pro Semibold" panose="020B0702040504020203" pitchFamily="34" charset="0"/>
                          <a:ea typeface="+mn-ea"/>
                          <a:cs typeface="Helvetica" panose="020B0604020202020204" pitchFamily="34" charset="0"/>
                        </a:rPr>
                        <a:t>LOADING</a:t>
                      </a:r>
                    </a:p>
                  </a:txBody>
                  <a:tcPr marL="137160" marR="137160" marT="137160" marB="137160" anchor="b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b="1" kern="1200">
                          <a:solidFill>
                            <a:schemeClr val="lt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spcBef>
                          <a:spcPts val="1200"/>
                        </a:spcBef>
                        <a:buNone/>
                      </a:pPr>
                      <a:r>
                        <a:rPr kumimoji="0" lang="en-US" sz="2875" b="0" i="0" u="none" strike="noStrike" kern="1200" cap="none" spc="-84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Segoe Pro Semibold" panose="020B0702040504020203" pitchFamily="34" charset="0"/>
                          <a:ea typeface="+mn-ea"/>
                          <a:cs typeface="Helvetica" panose="020B0604020202020204" pitchFamily="34" charset="0"/>
                        </a:rPr>
                        <a:t>BEST FOR</a:t>
                      </a:r>
                    </a:p>
                  </a:txBody>
                  <a:tcPr marL="137160" marR="137160" marT="137160" marB="137160" anchor="b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253530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Always-on instructions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Every session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Codebase guardrails 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915860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File-based instructions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Pattern / description match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Area-specific rules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1907035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Prompts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/ commands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One-shot workflows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770888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Custom agents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Dropdown OR subagents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Constrained workflows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4841127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Skills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On demand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Reusable capabilities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151727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Hooks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On lifecycle trigger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Contextual automation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8150642"/>
                  </a:ext>
                </a:extLst>
              </a:tr>
              <a:tr h="731520"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 marL="0" marR="0" lvl="0" indent="0" algn="l" defTabSz="87736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917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F3F3F3"/>
                          </a:solidFill>
                          <a:effectLst/>
                          <a:uLnTx/>
                          <a:uFillTx/>
                          <a:latin typeface="Segoe Sans Text Semibold" pitchFamily="2" charset="0"/>
                          <a:ea typeface="+mn-ea"/>
                          <a:cs typeface="Segoe Sans Text Semibold" pitchFamily="2" charset="0"/>
                        </a:rPr>
                        <a:t>MCP</a:t>
                      </a:r>
                    </a:p>
                  </a:txBody>
                  <a:tcPr marL="137160" marR="137160" marT="137160" marB="1371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Session start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1pPr>
                      <a:lvl2pPr marL="4060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2pPr>
                      <a:lvl3pPr marL="81210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3pPr>
                      <a:lvl4pPr marL="12181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4pPr>
                      <a:lvl5pPr marL="16241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5pPr>
                      <a:lvl6pPr marL="203024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6pPr>
                      <a:lvl7pPr marL="24362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7pPr>
                      <a:lvl8pPr marL="2842350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8pPr>
                      <a:lvl9pPr marL="3248399" algn="l" defTabSz="812100" rtl="0" eaLnBrk="1" latinLnBrk="0" hangingPunct="1">
                        <a:defRPr sz="1599" kern="1200">
                          <a:solidFill>
                            <a:schemeClr val="dk1"/>
                          </a:solidFill>
                          <a:latin typeface="Aptos" panose="02110004020202020204"/>
                        </a:defRPr>
                      </a:lvl9pPr>
                    </a:lstStyle>
                    <a:p>
                      <a:pPr>
                        <a:buNone/>
                      </a:pPr>
                      <a:r>
                        <a:rPr lang="en-US" sz="2000" b="0" cap="none" spc="0" dirty="0">
                          <a:solidFill>
                            <a:schemeClr val="bg1"/>
                          </a:solidFill>
                          <a:latin typeface="Segoe Pro" panose="020B0502040504020203" pitchFamily="34" charset="0"/>
                        </a:rPr>
                        <a:t>External gateways</a:t>
                      </a:r>
                    </a:p>
                  </a:txBody>
                  <a:tcPr marL="137160" marR="137160" marT="137160" marB="137160" anchor="ctr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426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4087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55EC81-D79C-8424-CDA6-06135EA36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98FC02C-2D67-66A8-A16E-9FF5549CCF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2571" y="558800"/>
            <a:ext cx="7164130" cy="6172200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5811641-44EE-4E26-CB11-BBD0B87D44B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Instructions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54E8ED-AD96-F473-1AF4-8AEBC1AC1A31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4825999" cy="492443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marL="0" marR="0" lvl="0" indent="0" algn="l" defTabSz="87736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rgbClr val="1F9CF0"/>
                </a:solidFill>
                <a:effectLst/>
                <a:uLnTx/>
                <a:uFillTx/>
                <a:latin typeface="Segoe Pro" panose="020B0502040504020203" pitchFamily="34" charset="0"/>
                <a:cs typeface="Segoe Sans Text Semibold" pitchFamily="2" charset="0"/>
              </a:rPr>
              <a:t>Always on context: Global or file specific 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3FC99B19-BE2C-0D72-5F83-6D9E11020CCD}"/>
              </a:ext>
            </a:extLst>
          </p:cNvPr>
          <p:cNvSpPr txBox="1">
            <a:spLocks/>
          </p:cNvSpPr>
          <p:nvPr/>
        </p:nvSpPr>
        <p:spPr>
          <a:xfrm>
            <a:off x="914400" y="2252181"/>
            <a:ext cx="4152900" cy="3488900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kumimoji="0" lang="en-US" sz="2000" b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Be specific: "use </a:t>
            </a:r>
            <a:r>
              <a:rPr kumimoji="0" lang="en-US" sz="2000" b="0" u="none" strike="noStrike" kern="1200" cap="none" spc="0" normalizeH="0" baseline="0" noProof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Vitest</a:t>
            </a:r>
            <a:r>
              <a:rPr kumimoji="0" lang="en-US" sz="2000" b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" not "use a testing framework"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kumimoji="0" lang="en-US" sz="2000" b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Include reasoning: "Use date-</a:t>
            </a:r>
            <a:r>
              <a:rPr kumimoji="0" lang="en-US" sz="2000" b="0" u="none" strike="noStrike" kern="1200" cap="none" spc="0" normalizeH="0" baseline="0" noProof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fns</a:t>
            </a:r>
            <a:r>
              <a:rPr lang="en-US" sz="2000">
                <a:solidFill>
                  <a:schemeClr val="bg1"/>
                </a:solidFill>
                <a:latin typeface="Segoe Pro" panose="020B0502040504020203" pitchFamily="34" charset="0"/>
              </a:rPr>
              <a:t>, </a:t>
            </a:r>
            <a:r>
              <a:rPr kumimoji="0" lang="en-US" sz="2000" b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moment.js is deprecated"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kumimoji="0" lang="en-US" sz="2000" b="0" u="none" strike="noStrike" kern="1200" cap="none" spc="0" normalizeH="0" baseline="0" noProof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Opt</a:t>
            </a:r>
            <a:r>
              <a:rPr kumimoji="0" lang="en-US" sz="2000" b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 for code examples over abstract rules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kumimoji="0" lang="en-US" sz="2000" b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</a:rPr>
              <a:t>Skip rules that linters/ formatters already enforce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endParaRPr kumimoji="0" lang="en-US" sz="2000" b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Segoe Pro" panose="020B0502040504020203" pitchFamily="34" charset="0"/>
            </a:endParaRPr>
          </a:p>
        </p:txBody>
      </p:sp>
      <p:pic>
        <p:nvPicPr>
          <p:cNvPr id="34" name="Picture 33" descr="Screenshot of custom instructions">
            <a:extLst>
              <a:ext uri="{FF2B5EF4-FFF2-40B4-BE49-F238E27FC236}">
                <a16:creationId xmlns:a16="http://schemas.microsoft.com/office/drawing/2014/main" id="{7185B875-536A-904B-01CE-D50F3CE28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370" y="715263"/>
            <a:ext cx="7035801" cy="5910073"/>
          </a:xfrm>
          <a:prstGeom prst="roundRect">
            <a:avLst>
              <a:gd name="adj" fmla="val 2788"/>
            </a:avLst>
          </a:prstGeom>
        </p:spPr>
      </p:pic>
    </p:spTree>
    <p:extLst>
      <p:ext uri="{BB962C8B-B14F-4D97-AF65-F5344CB8AC3E}">
        <p14:creationId xmlns:p14="http://schemas.microsoft.com/office/powerpoint/2010/main" val="3858742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F7A20-31E4-5B00-85D1-9A0BA789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64FEA843-DC10-E72F-67F7-CAEC8C265A6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Skills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375E2ED-7200-B4C8-0D9F-63C9CFB16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8200" y="1828800"/>
            <a:ext cx="10515600" cy="4352544"/>
            <a:chOff x="838200" y="1828800"/>
            <a:chExt cx="10515600" cy="435254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66CF412-9AF2-8BEE-A2F4-56B8D1A5F48A}"/>
                </a:ext>
              </a:extLst>
            </p:cNvPr>
            <p:cNvSpPr/>
            <p:nvPr/>
          </p:nvSpPr>
          <p:spPr>
            <a:xfrm>
              <a:off x="838200" y="1828800"/>
              <a:ext cx="10515600" cy="4352544"/>
            </a:xfrm>
            <a:prstGeom prst="rect">
              <a:avLst/>
            </a:prstGeom>
            <a:noFill/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F2D818-630A-CBC9-4896-1FA7E07F8A92}"/>
                </a:ext>
              </a:extLst>
            </p:cNvPr>
            <p:cNvSpPr/>
            <p:nvPr/>
          </p:nvSpPr>
          <p:spPr>
            <a:xfrm>
              <a:off x="838200" y="1828802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7C982A3-8707-1CFF-6BF7-20A65C9DC3F2}"/>
                </a:ext>
              </a:extLst>
            </p:cNvPr>
            <p:cNvSpPr/>
            <p:nvPr/>
          </p:nvSpPr>
          <p:spPr>
            <a:xfrm>
              <a:off x="1895676" y="1830606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kern="1200">
                  <a:latin typeface="Segoe Pro" panose="020B0502040504020203" pitchFamily="34" charset="0"/>
                </a:rPr>
                <a:t>Specialize Copilot</a:t>
              </a:r>
              <a:br>
                <a:rPr lang="en-US" sz="2000" b="1" kern="1200">
                  <a:latin typeface="Segoe Pro" panose="020B0502040504020203" pitchFamily="34" charset="0"/>
                </a:rPr>
              </a:br>
              <a:r>
                <a:rPr lang="en-US" sz="2000" kern="1200">
                  <a:latin typeface="Segoe Pro" panose="020B0502040504020203" pitchFamily="34" charset="0"/>
                </a:rPr>
                <a:t>Tailor capabilities for domain-specific tasks without repeating context ​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9CBD8DE-7530-BB2F-C64A-164B721215D6}"/>
                </a:ext>
              </a:extLst>
            </p:cNvPr>
            <p:cNvSpPr/>
            <p:nvPr/>
          </p:nvSpPr>
          <p:spPr>
            <a:xfrm>
              <a:off x="838200" y="2975062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Rectangle 10" descr="Workflow">
              <a:extLst>
                <a:ext uri="{FF2B5EF4-FFF2-40B4-BE49-F238E27FC236}">
                  <a16:creationId xmlns:a16="http://schemas.microsoft.com/office/drawing/2014/main" id="{7ADEAAD3-2359-E064-D42C-9AD15E52364D}"/>
                </a:ext>
              </a:extLst>
            </p:cNvPr>
            <p:cNvSpPr/>
            <p:nvPr/>
          </p:nvSpPr>
          <p:spPr>
            <a:xfrm>
              <a:off x="1115158" y="3181064"/>
              <a:ext cx="503560" cy="50356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3F513EC-4B97-C277-10B2-E9D1C33CAB73}"/>
                </a:ext>
              </a:extLst>
            </p:cNvPr>
            <p:cNvSpPr/>
            <p:nvPr/>
          </p:nvSpPr>
          <p:spPr>
            <a:xfrm>
              <a:off x="1895676" y="2975062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kern="1200">
                  <a:latin typeface="Segoe Pro" panose="020B0502040504020203" pitchFamily="34" charset="0"/>
                </a:rPr>
                <a:t>Reduce repetition</a:t>
              </a:r>
              <a:br>
                <a:rPr lang="en-US" sz="2000" b="1" kern="1200">
                  <a:latin typeface="Segoe Pro" panose="020B0502040504020203" pitchFamily="34" charset="0"/>
                </a:rPr>
              </a:br>
              <a:r>
                <a:rPr lang="en-US" sz="2000" kern="1200">
                  <a:latin typeface="Segoe Pro" panose="020B0502040504020203" pitchFamily="34" charset="0"/>
                </a:rPr>
                <a:t>Create once, use automatically across all conversations ​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80A356F-993C-DAC6-A3A7-935C85D58F18}"/>
                </a:ext>
              </a:extLst>
            </p:cNvPr>
            <p:cNvSpPr/>
            <p:nvPr/>
          </p:nvSpPr>
          <p:spPr>
            <a:xfrm>
              <a:off x="838200" y="4119517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82E451-9B99-74D9-8C9D-78E1487AAD66}"/>
                </a:ext>
              </a:extLst>
            </p:cNvPr>
            <p:cNvSpPr/>
            <p:nvPr/>
          </p:nvSpPr>
          <p:spPr>
            <a:xfrm>
              <a:off x="1895676" y="4119517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kern="1200">
                  <a:latin typeface="Segoe Pro" panose="020B0502040504020203" pitchFamily="34" charset="0"/>
                </a:rPr>
                <a:t>Compose capabilities</a:t>
              </a:r>
              <a:br>
                <a:rPr lang="en-US" sz="2000" b="1" kern="1200">
                  <a:latin typeface="Segoe Pro" panose="020B0502040504020203" pitchFamily="34" charset="0"/>
                </a:rPr>
              </a:br>
              <a:r>
                <a:rPr lang="en-US" sz="2000" kern="1200">
                  <a:latin typeface="Segoe Pro" panose="020B0502040504020203" pitchFamily="34" charset="0"/>
                </a:rPr>
                <a:t>Combine multiple skills to build complex workflows ​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6768DB7-C48C-8558-0C58-D54420C7D809}"/>
                </a:ext>
              </a:extLst>
            </p:cNvPr>
            <p:cNvSpPr/>
            <p:nvPr/>
          </p:nvSpPr>
          <p:spPr>
            <a:xfrm>
              <a:off x="838200" y="5263973"/>
              <a:ext cx="10515600" cy="915564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dk1">
                <a:hueOff val="0"/>
                <a:satOff val="0"/>
                <a:lumOff val="0"/>
                <a:alphaOff val="0"/>
              </a:schemeClr>
            </a:lnRef>
            <a:fillRef idx="1">
              <a:schemeClr val="bg1">
                <a:lumMod val="95000"/>
                <a:hueOff val="0"/>
                <a:satOff val="0"/>
                <a:lumOff val="0"/>
                <a:alphaOff val="0"/>
              </a:schemeClr>
            </a:fillRef>
            <a:effectRef idx="0">
              <a:schemeClr val="bg1">
                <a:lumMod val="95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16" descr="Loading">
              <a:extLst>
                <a:ext uri="{FF2B5EF4-FFF2-40B4-BE49-F238E27FC236}">
                  <a16:creationId xmlns:a16="http://schemas.microsoft.com/office/drawing/2014/main" id="{493B5E06-67F9-8B3A-D035-E8B596AC23DA}"/>
                </a:ext>
              </a:extLst>
            </p:cNvPr>
            <p:cNvSpPr/>
            <p:nvPr/>
          </p:nvSpPr>
          <p:spPr>
            <a:xfrm>
              <a:off x="1115158" y="5469975"/>
              <a:ext cx="503560" cy="503560"/>
            </a:xfrm>
            <a:prstGeom prst="rect">
              <a:avLst/>
            </a:prstGeom>
            <a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40DF901-CDAF-52DF-C7C3-5BC5D03970A4}"/>
                </a:ext>
              </a:extLst>
            </p:cNvPr>
            <p:cNvSpPr/>
            <p:nvPr/>
          </p:nvSpPr>
          <p:spPr>
            <a:xfrm>
              <a:off x="1895676" y="5263973"/>
              <a:ext cx="9458123" cy="915564"/>
            </a:xfrm>
            <a:custGeom>
              <a:avLst/>
              <a:gdLst>
                <a:gd name="csX0" fmla="*/ 0 w 9458123"/>
                <a:gd name="csY0" fmla="*/ 0 h 915564"/>
                <a:gd name="csX1" fmla="*/ 9458123 w 9458123"/>
                <a:gd name="csY1" fmla="*/ 0 h 915564"/>
                <a:gd name="csX2" fmla="*/ 9458123 w 9458123"/>
                <a:gd name="csY2" fmla="*/ 915564 h 915564"/>
                <a:gd name="csX3" fmla="*/ 0 w 9458123"/>
                <a:gd name="csY3" fmla="*/ 915564 h 915564"/>
                <a:gd name="csX4" fmla="*/ 0 w 9458123"/>
                <a:gd name="csY4" fmla="*/ 0 h 915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58123" h="915564">
                  <a:moveTo>
                    <a:pt x="0" y="0"/>
                  </a:moveTo>
                  <a:lnTo>
                    <a:pt x="9458123" y="0"/>
                  </a:lnTo>
                  <a:lnTo>
                    <a:pt x="9458123" y="915564"/>
                  </a:lnTo>
                  <a:lnTo>
                    <a:pt x="0" y="91556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96897" tIns="96897" rIns="96897" bIns="96897" numCol="1" spcCol="1270" anchor="ctr" anchorCtr="0">
              <a:noAutofit/>
            </a:bodyPr>
            <a:lstStyle/>
            <a:p>
              <a:pPr marL="0" lvl="0" indent="0" algn="l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kern="1200">
                  <a:latin typeface="Segoe Pro" panose="020B0502040504020203" pitchFamily="34" charset="0"/>
                </a:rPr>
                <a:t>Efficient loading</a:t>
              </a:r>
              <a:br>
                <a:rPr lang="en-US" sz="2000" b="1" kern="1200">
                  <a:latin typeface="Segoe Pro" panose="020B0502040504020203" pitchFamily="34" charset="0"/>
                </a:rPr>
              </a:br>
              <a:r>
                <a:rPr lang="en-US" sz="2000" kern="1200">
                  <a:latin typeface="Segoe Pro" panose="020B0502040504020203" pitchFamily="34" charset="0"/>
                </a:rPr>
                <a:t>Only relevant content loads into context when needed</a:t>
              </a:r>
            </a:p>
          </p:txBody>
        </p:sp>
      </p:grpSp>
      <p:pic>
        <p:nvPicPr>
          <p:cNvPr id="20" name="Graphic 19" descr="Tools with solid fill">
            <a:extLst>
              <a:ext uri="{FF2B5EF4-FFF2-40B4-BE49-F238E27FC236}">
                <a16:creationId xmlns:a16="http://schemas.microsoft.com/office/drawing/2014/main" id="{79E4F844-B723-D033-3F65-A2D672ED4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7280" y="4325112"/>
            <a:ext cx="502920" cy="502920"/>
          </a:xfrm>
          <a:prstGeom prst="rect">
            <a:avLst/>
          </a:prstGeom>
        </p:spPr>
      </p:pic>
      <p:pic>
        <p:nvPicPr>
          <p:cNvPr id="22" name="Graphic 21" descr="Magic Wand Auto with solid fill">
            <a:extLst>
              <a:ext uri="{FF2B5EF4-FFF2-40B4-BE49-F238E27FC236}">
                <a16:creationId xmlns:a16="http://schemas.microsoft.com/office/drawing/2014/main" id="{9D261E56-8FAF-EEA8-D584-E3CF927595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798" y="2035124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603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32AFE-27B6-9765-3C51-F56904E5D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6908B34-F2AB-31B8-B919-8857A1FF7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2844918"/>
            <a:ext cx="12192000" cy="2896125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F06DF54D-9E15-54E5-B0E8-011A8761A5D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Prompts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02CCA-A3E1-603A-1CCA-2971177F9F10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4825999" cy="492443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lvl="0" defTabSz="877364"/>
            <a:r>
              <a:rPr lang="en-US" sz="2000">
                <a:solidFill>
                  <a:srgbClr val="1F9CF0"/>
                </a:solidFill>
                <a:latin typeface="Segoe Pro" panose="020B0502040504020203" pitchFamily="34" charset="0"/>
                <a:cs typeface="Segoe Sans Text Semibold" pitchFamily="2" charset="0"/>
              </a:rPr>
              <a:t>/ commands | One-show workflows </a:t>
            </a: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1F9CF0"/>
              </a:solidFill>
              <a:effectLst/>
              <a:uLnTx/>
              <a:uFillTx/>
              <a:latin typeface="Segoe Pro" panose="020B0502040504020203" pitchFamily="34" charset="0"/>
              <a:ea typeface="+mn-ea"/>
              <a:cs typeface="Segoe Sans Text Semibold" pitchFamily="2" charset="0"/>
            </a:endParaRP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559761-CBA5-E999-88D5-E30AC3AA3CFF}"/>
              </a:ext>
            </a:extLst>
          </p:cNvPr>
          <p:cNvSpPr txBox="1">
            <a:spLocks/>
          </p:cNvSpPr>
          <p:nvPr/>
        </p:nvSpPr>
        <p:spPr>
          <a:xfrm>
            <a:off x="5422901" y="395982"/>
            <a:ext cx="4826000" cy="2179836"/>
          </a:xfrm>
          <a:prstGeom prst="roundRect">
            <a:avLst>
              <a:gd name="adj" fmla="val 6180"/>
            </a:avLst>
          </a:prstGeom>
          <a:solidFill>
            <a:srgbClr val="072658"/>
          </a:solidFill>
        </p:spPr>
        <p:txBody>
          <a:bodyPr vert="horz" lIns="91440" tIns="91440" rIns="91440" bIns="9144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mode: 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ask, agent, or edit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tools: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which tools the prompt can use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description: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shown in the prompt picker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model: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override the language model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4806A1-4580-BDC5-BDB4-F3EAEBA4F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3" y="2994979"/>
            <a:ext cx="12074435" cy="259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98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055AD2-8BB5-5DEF-DB61-28AC7295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CDBBACD-4F88-5000-70B9-B78F8FDEF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92553" y="1864043"/>
            <a:ext cx="9412942" cy="4993957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157C6CC-6F61-BD49-09D4-BF7FB8AA3C6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Custom Agents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8C00AE-EEB1-93B5-82E0-9C6CC0FAB7B8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4825999" cy="492443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marL="0" marR="0" lvl="0" indent="0" algn="l" defTabSz="87736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1F9CF0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Segoe Sans Text Semibold" pitchFamily="2" charset="0"/>
              </a:rPr>
              <a:t>Role based personas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DA5D8C-2C4E-5928-AE16-ECDDB1012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187" y="2077917"/>
            <a:ext cx="9093175" cy="4537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445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4E853-5CFE-80FD-27BC-928D53A7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DE7B1398-C59C-4312-B718-D45D5224DE5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Subagents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2C18A-3753-1AC3-51D9-473129D2DE78}"/>
              </a:ext>
            </a:extLst>
          </p:cNvPr>
          <p:cNvSpPr txBox="1"/>
          <p:nvPr/>
        </p:nvSpPr>
        <p:spPr>
          <a:xfrm>
            <a:off x="855164" y="1743521"/>
            <a:ext cx="804188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n-US" sz="2000" dirty="0">
                <a:solidFill>
                  <a:schemeClr val="bg1"/>
                </a:solidFill>
                <a:latin typeface="Segoe Pro" panose="020B0502040504020203" pitchFamily="34" charset="0"/>
              </a:rPr>
              <a:t>Run in its own context window</a:t>
            </a:r>
          </a:p>
          <a:p>
            <a:pPr marL="228600" indent="-228600"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n-US" sz="2000" dirty="0">
                <a:solidFill>
                  <a:schemeClr val="bg1"/>
                </a:solidFill>
                <a:latin typeface="Segoe Pro" panose="020B0502040504020203" pitchFamily="34" charset="0"/>
              </a:rPr>
              <a:t>Receives an input prompt from the orchestrator</a:t>
            </a:r>
          </a:p>
          <a:p>
            <a:pPr marL="228600" indent="-228600"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n-US" sz="2000" dirty="0">
                <a:solidFill>
                  <a:schemeClr val="bg1"/>
                </a:solidFill>
                <a:latin typeface="Segoe Pro" panose="020B0502040504020203" pitchFamily="34" charset="0"/>
              </a:rPr>
              <a:t>Returns just the response </a:t>
            </a:r>
          </a:p>
          <a:p>
            <a:pPr marL="228600" indent="-228600"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lang="en-US" sz="2000" dirty="0">
                <a:solidFill>
                  <a:schemeClr val="bg1"/>
                </a:solidFill>
                <a:latin typeface="Segoe Pro" panose="020B0502040504020203" pitchFamily="34" charset="0"/>
              </a:rPr>
              <a:t>Main agent’s context stays clean </a:t>
            </a:r>
          </a:p>
        </p:txBody>
      </p:sp>
    </p:spTree>
    <p:extLst>
      <p:ext uri="{BB962C8B-B14F-4D97-AF65-F5344CB8AC3E}">
        <p14:creationId xmlns:p14="http://schemas.microsoft.com/office/powerpoint/2010/main" val="3343441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C4CF51-69AF-2B9E-D67A-1F8505042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2B872F2E-F6A8-8834-C88C-0E810A45808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Hooks (new!)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E3D377-3617-16D2-3883-97AC9ABAA258}"/>
              </a:ext>
            </a:extLst>
          </p:cNvPr>
          <p:cNvSpPr txBox="1">
            <a:spLocks/>
          </p:cNvSpPr>
          <p:nvPr/>
        </p:nvSpPr>
        <p:spPr>
          <a:xfrm>
            <a:off x="914400" y="1371600"/>
            <a:ext cx="6883400" cy="492443"/>
          </a:xfrm>
          <a:prstGeom prst="rect">
            <a:avLst/>
          </a:prstGeom>
          <a:noFill/>
        </p:spPr>
        <p:txBody>
          <a:bodyPr wrap="square" lIns="91440" tIns="91440" rIns="91440" bIns="91440" rtlCol="0">
            <a:spAutoFit/>
          </a:bodyPr>
          <a:lstStyle/>
          <a:p>
            <a:pPr marL="0" marR="0" lvl="0" indent="0" algn="l" defTabSz="87736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1F9CF0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Segoe Sans Text Semibold" pitchFamily="2" charset="0"/>
              </a:rPr>
              <a:t>Deterministic, code-driven automation.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D4AD0859-F7B8-7676-DFD4-716BB7DFB1D8}"/>
              </a:ext>
            </a:extLst>
          </p:cNvPr>
          <p:cNvSpPr txBox="1">
            <a:spLocks/>
          </p:cNvSpPr>
          <p:nvPr/>
        </p:nvSpPr>
        <p:spPr>
          <a:xfrm>
            <a:off x="914400" y="2252181"/>
            <a:ext cx="9956800" cy="3488900"/>
          </a:xfrm>
          <a:prstGeom prst="rect">
            <a:avLst/>
          </a:prstGeom>
        </p:spPr>
        <p:txBody>
          <a:bodyPr vert="horz" lIns="91440" tIns="91440" rIns="91440" bIns="9144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Segoe Pro" panose="020B0502040504020203" pitchFamily="34" charset="0"/>
              <a:buChar char="▪"/>
              <a:tabLst/>
              <a:defRPr/>
            </a:pPr>
            <a: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Enforce security policies</a:t>
            </a:r>
            <a:b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A5A5A5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rPr>
              <a:t>Block dangerous commands like rm -rf or DROP TABLE before they execute, regardless of how the agent was prompted.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Segoe Pro" panose="020B0502040504020203" pitchFamily="34" charset="0"/>
              <a:buChar char="▪"/>
              <a:tabLst/>
              <a:defRPr/>
            </a:pPr>
            <a: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Automate code quality</a:t>
            </a:r>
            <a:b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n-US" sz="140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Run formatters, linters, or tests automatically after file modifications.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</a:pPr>
            <a: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Create audit trails</a:t>
            </a:r>
            <a:b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n-US" sz="140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 every tool invocation, command execution, or file change for compliance and debugging.</a:t>
            </a:r>
          </a:p>
          <a:p>
            <a:pPr marR="0" lvl="0" fontAlgn="auto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Segoe Pro" panose="020B0502040504020203" pitchFamily="34" charset="0"/>
              <a:buChar char="▪"/>
              <a:tabLst/>
              <a:defRPr/>
            </a:pPr>
            <a: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Inject context</a:t>
            </a:r>
            <a:b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n-US" sz="140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Add project-specific information, API keys, or environment details to help the agent make better decisions.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Tx/>
              <a:buSzTx/>
              <a:buFont typeface="Segoe Pro" panose="020B0502040504020203" pitchFamily="34" charset="0"/>
              <a:buChar char="▪"/>
              <a:tabLst/>
              <a:defRPr/>
            </a:pPr>
            <a:r>
              <a:rPr kumimoji="0" lang="en-US" sz="200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  <a:t>Control approvals</a:t>
            </a:r>
            <a:b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98FF"/>
                </a:solidFill>
                <a:effectLst/>
                <a:uLnTx/>
                <a:uFillTx/>
                <a:latin typeface="Segoe Pro" panose="020B0502040504020203" pitchFamily="34" charset="0"/>
                <a:ea typeface="+mn-ea"/>
                <a:cs typeface="+mn-cs"/>
              </a:rPr>
            </a:br>
            <a:r>
              <a:rPr lang="en-US" sz="1400">
                <a:solidFill>
                  <a:srgbClr val="A5A5A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Automatically approve safe operations while requiring confirmation for sensitive ones.</a:t>
            </a:r>
          </a:p>
        </p:txBody>
      </p:sp>
    </p:spTree>
    <p:extLst>
      <p:ext uri="{BB962C8B-B14F-4D97-AF65-F5344CB8AC3E}">
        <p14:creationId xmlns:p14="http://schemas.microsoft.com/office/powerpoint/2010/main" val="3012231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C4AA3-40BF-1963-E622-F9F9D7B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9F3A21D9-367B-7646-8611-F2F20DF52FD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0287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Hooks </a:t>
            </a:r>
            <a:r>
              <a:rPr kumimoji="0" lang="en-US" sz="3200" b="0" i="0" u="none" strike="noStrike" kern="1200" cap="none" spc="-84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detials</a:t>
            </a:r>
            <a:endParaRPr kumimoji="0" lang="en-US" sz="3200" b="0" i="0" u="none" strike="noStrike" kern="1200" cap="none" spc="-84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Pro Semibold" panose="020B0702040504020203" pitchFamily="34" charset="0"/>
              <a:ea typeface="+mn-ea"/>
              <a:cs typeface="Helvetica" panose="020B060402020202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2A5656C-FAB9-9866-495B-C0BF268C15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7361539"/>
              </p:ext>
            </p:extLst>
          </p:nvPr>
        </p:nvGraphicFramePr>
        <p:xfrm>
          <a:off x="316230" y="274320"/>
          <a:ext cx="10424160" cy="6309360"/>
        </p:xfrm>
        <a:graphic>
          <a:graphicData uri="http://schemas.openxmlformats.org/drawingml/2006/table">
            <a:tbl>
              <a:tblPr firstRow="1"/>
              <a:tblGrid>
                <a:gridCol w="2377440">
                  <a:extLst>
                    <a:ext uri="{9D8B030D-6E8A-4147-A177-3AD203B41FA5}">
                      <a16:colId xmlns:a16="http://schemas.microsoft.com/office/drawing/2014/main" val="3150923458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1252894423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3049987799"/>
                    </a:ext>
                  </a:extLst>
                </a:gridCol>
              </a:tblGrid>
              <a:tr h="303351"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800" b="1">
                          <a:solidFill>
                            <a:schemeClr val="bg1"/>
                          </a:solidFill>
                          <a:effectLst/>
                          <a:latin typeface="Segoe Pro Semibold" panose="020B0702040504020203" pitchFamily="34" charset="0"/>
                        </a:rPr>
                        <a:t>HOOK EVENT</a:t>
                      </a:r>
                    </a:p>
                  </a:txBody>
                  <a:tcPr marT="91440" marB="9144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800" b="1">
                          <a:solidFill>
                            <a:schemeClr val="bg1"/>
                          </a:solidFill>
                          <a:effectLst/>
                          <a:latin typeface="Segoe Pro Semibold" panose="020B0702040504020203" pitchFamily="34" charset="0"/>
                        </a:rPr>
                        <a:t>WHEN IT FIRES</a:t>
                      </a:r>
                    </a:p>
                  </a:txBody>
                  <a:tcPr marT="91440" marB="91440" anchor="b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800" b="1">
                          <a:solidFill>
                            <a:schemeClr val="bg1"/>
                          </a:solidFill>
                          <a:effectLst/>
                          <a:latin typeface="Segoe Pro Semibold" panose="020B0702040504020203" pitchFamily="34" charset="0"/>
                        </a:rPr>
                        <a:t>COMMON USE CASES</a:t>
                      </a:r>
                    </a:p>
                  </a:txBody>
                  <a:tcPr marT="91440" marB="91440" anchor="b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25353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SessionStart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User submits the first prompt of a new session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Initialize resources, log session start, validate project state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091586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UserPromptSubmit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User submits a prompt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Audit user requests, inject system context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190703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PreToolUse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Before agent invokes any tool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Block dangerous operations, require approval, modify tool input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770888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PostToolUse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After tool completes successfully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Run formatters, log results, trigger follow-up actions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4841127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PreCompact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Before conversation context is compacted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Export important context, save state before truncation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4151727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SubagentStart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Subagent is spawned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Track nested agent usage, initialize subagent resources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815064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SubagentStop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Subagent completes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Aggregate results, cleanup subagent resources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426239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Stop</a:t>
                      </a:r>
                    </a:p>
                  </a:txBody>
                  <a:tcPr marT="91440" marB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Agent session ends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  <a:latin typeface="Segoe Pro" panose="020B0502040504020203" pitchFamily="34" charset="0"/>
                        </a:rPr>
                        <a:t>Generate reports, cleanup resources, send notifications</a:t>
                      </a:r>
                    </a:p>
                  </a:txBody>
                  <a:tcPr marT="91440" marB="91440">
                    <a:lnL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3F3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499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2214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71CF7-4EDE-B0EA-872B-8033E1EED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7818216-3391-D7DB-E957-A1B4BA83B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25200" y="1066800"/>
            <a:ext cx="6514191" cy="5182281"/>
          </a:xfrm>
          <a:prstGeom prst="roundRect">
            <a:avLst>
              <a:gd name="adj" fmla="val 2453"/>
            </a:avLst>
          </a:prstGeom>
          <a:gradFill>
            <a:gsLst>
              <a:gs pos="0">
                <a:srgbClr val="28AFEA">
                  <a:alpha val="40000"/>
                </a:srgbClr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rgbClr val="1F9CF0">
                  <a:alpha val="0"/>
                </a:srgbClr>
              </a:gs>
            </a:gsLst>
            <a:lin ang="5400000" scaled="1"/>
          </a:gradFill>
          <a:ln>
            <a:noFill/>
          </a:ln>
        </p:spPr>
        <p:txBody>
          <a:bodyPr spcFirstLastPara="1" wrap="square" lIns="137160" tIns="137160" rIns="137160" bIns="137160" anchor="t" anchorCtr="0">
            <a:noAutofit/>
          </a:bodyPr>
          <a:lstStyle/>
          <a:p>
            <a:pPr marL="311135" marR="0" lvl="0" indent="-31113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D59DFF"/>
              </a:buClr>
              <a:buSzPct val="100000"/>
              <a:buFont typeface="+mj-lt"/>
              <a:buAutoNum type="arabicPeriod"/>
              <a:tabLst/>
              <a:defRPr/>
            </a:pPr>
            <a:endParaRPr kumimoji="0" lang="en-IN" sz="16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"/>
              <a:ea typeface="+mn-ea"/>
              <a:cs typeface="+mn-cs"/>
              <a:sym typeface="Helvetica Neue"/>
            </a:endParaRP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B3CEBD74-8CE7-D7C7-C8CD-92E133C7444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14400" y="914400"/>
            <a:ext cx="6514191" cy="46216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l" defTabSz="677665" rtl="0" eaLnBrk="1" latinLnBrk="0" hangingPunct="1">
              <a:lnSpc>
                <a:spcPct val="100000"/>
              </a:lnSpc>
              <a:spcBef>
                <a:spcPts val="741"/>
              </a:spcBef>
              <a:buFont typeface="Arial" panose="020B0604020202020204" pitchFamily="34" charset="0"/>
              <a:buNone/>
              <a:defRPr sz="2966" b="0" i="0" kern="1200">
                <a:solidFill>
                  <a:schemeClr val="tx1"/>
                </a:solidFill>
                <a:latin typeface="Mona Sans Display" pitchFamily="2" charset="77"/>
                <a:ea typeface="+mn-ea"/>
                <a:cs typeface="Mona Sans Display" pitchFamily="2" charset="77"/>
              </a:defRPr>
            </a:lvl1pPr>
            <a:lvl2pPr marL="338832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2pPr>
            <a:lvl3pPr marL="677665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3pPr>
            <a:lvl4pPr marL="1016497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4pPr>
            <a:lvl5pPr marL="1355330" indent="0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None/>
              <a:defRPr sz="1334" b="0" i="0" kern="1200">
                <a:solidFill>
                  <a:schemeClr val="tx1"/>
                </a:solidFill>
                <a:latin typeface="Mona-Sans Regular" pitchFamily="2" charset="77"/>
                <a:ea typeface="+mn-ea"/>
                <a:cs typeface="Arial" panose="020B0604020202020204" pitchFamily="34" charset="0"/>
              </a:defRPr>
            </a:lvl5pPr>
            <a:lvl6pPr marL="1863579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02411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41243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80077" indent="-169417" algn="l" defTabSz="677665" rtl="0" eaLnBrk="1" latinLnBrk="0" hangingPunct="1">
              <a:lnSpc>
                <a:spcPct val="90000"/>
              </a:lnSpc>
              <a:spcBef>
                <a:spcPts val="371"/>
              </a:spcBef>
              <a:buFont typeface="Arial" panose="020B0604020202020204" pitchFamily="34" charset="0"/>
              <a:buChar char="•"/>
              <a:defRPr sz="13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811775" rtl="0" eaLnBrk="1" fontAlgn="auto" latinLnBrk="0" hangingPunct="1">
              <a:lnSpc>
                <a:spcPct val="100000"/>
              </a:lnSpc>
              <a:spcBef>
                <a:spcPts val="88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3200" b="0" i="0" u="none" strike="noStrike" kern="1200" cap="none" spc="-84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Pro Semibold" panose="020B0702040504020203" pitchFamily="34" charset="0"/>
                <a:ea typeface="+mn-ea"/>
                <a:cs typeface="Helvetica" panose="020B0604020202020204" pitchFamily="34" charset="0"/>
              </a:rPr>
              <a:t>Try this!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70FDEB76-C0C7-BDDE-3D6A-9D388F73A38B}"/>
              </a:ext>
            </a:extLst>
          </p:cNvPr>
          <p:cNvSpPr txBox="1">
            <a:spLocks/>
          </p:cNvSpPr>
          <p:nvPr/>
        </p:nvSpPr>
        <p:spPr>
          <a:xfrm>
            <a:off x="914400" y="2252181"/>
            <a:ext cx="4152900" cy="3488900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n-US" sz="2000">
                <a:solidFill>
                  <a:prstClr val="white"/>
                </a:solidFill>
                <a:latin typeface="Segoe Pro" panose="020B0502040504020203" pitchFamily="34" charset="0"/>
              </a:rPr>
              <a:t>If you haven’t already, generate instructions for your repos</a:t>
            </a:r>
          </a:p>
          <a:p>
            <a:pPr lvl="1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n-US" sz="1600" dirty="0">
                <a:solidFill>
                  <a:prstClr val="white"/>
                </a:solidFill>
                <a:latin typeface="Segoe Pro" panose="020B0502040504020203" pitchFamily="34" charset="0"/>
              </a:rPr>
              <a:t>Use /</a:t>
            </a:r>
            <a:r>
              <a:rPr lang="en-US" sz="1600" dirty="0" err="1">
                <a:solidFill>
                  <a:prstClr val="white"/>
                </a:solidFill>
                <a:latin typeface="Segoe Pro" panose="020B0502040504020203" pitchFamily="34" charset="0"/>
              </a:rPr>
              <a:t>init</a:t>
            </a:r>
            <a:r>
              <a:rPr lang="en-US" sz="1600" dirty="0">
                <a:solidFill>
                  <a:prstClr val="white"/>
                </a:solidFill>
                <a:latin typeface="Segoe Pro" panose="020B0502040504020203" pitchFamily="34" charset="0"/>
              </a:rPr>
              <a:t> to generate instructions! 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Font typeface="Segoe Pro" panose="020B0502040504020203" pitchFamily="34" charset="0"/>
              <a:buChar char="▪"/>
              <a:defRPr/>
            </a:pPr>
            <a:r>
              <a:rPr lang="en-US" sz="2000">
                <a:solidFill>
                  <a:prstClr val="white"/>
                </a:solidFill>
                <a:latin typeface="Segoe Pro" panose="020B0502040504020203" pitchFamily="34" charset="0"/>
              </a:rPr>
              <a:t>Browse common customizations that may fit your workflow in </a:t>
            </a:r>
            <a:r>
              <a:rPr lang="en-US" sz="2000" dirty="0">
                <a:solidFill>
                  <a:prstClr val="white"/>
                </a:solidFill>
                <a:latin typeface="Segoe Pro" panose="020B0502040504020203" pitchFamily="34" charset="0"/>
                <a:hlinkClick r:id="rId3"/>
              </a:rPr>
              <a:t>https://github.com/github/awesome-copilot</a:t>
            </a:r>
            <a:r>
              <a:rPr lang="en-US" sz="2000">
                <a:solidFill>
                  <a:prstClr val="white"/>
                </a:solidFill>
                <a:latin typeface="Segoe Pro" panose="020B0502040504020203" pitchFamily="34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026156-8A56-4535-3EFC-5700E7620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424" y="1140230"/>
            <a:ext cx="6341743" cy="5035420"/>
          </a:xfrm>
          <a:prstGeom prst="roundRect">
            <a:avLst>
              <a:gd name="adj" fmla="val 1510"/>
            </a:avLst>
          </a:prstGeom>
        </p:spPr>
      </p:pic>
    </p:spTree>
    <p:extLst>
      <p:ext uri="{BB962C8B-B14F-4D97-AF65-F5344CB8AC3E}">
        <p14:creationId xmlns:p14="http://schemas.microsoft.com/office/powerpoint/2010/main" val="3513498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488</Words>
  <Application>Microsoft Macintosh PowerPoint</Application>
  <PresentationFormat>Widescreen</PresentationFormat>
  <Paragraphs>100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Calibri Light</vt:lpstr>
      <vt:lpstr>Helvetica</vt:lpstr>
      <vt:lpstr>Segoe Pro</vt:lpstr>
      <vt:lpstr>Segoe Pro Light</vt:lpstr>
      <vt:lpstr>Segoe Pro Semibold</vt:lpstr>
      <vt:lpstr>Segoe Sans Text Semibold</vt:lpstr>
      <vt:lpstr>Segoe UI</vt:lpstr>
      <vt:lpstr>Segoe UI Semibold</vt:lpstr>
      <vt:lpstr>Office Theme</vt:lpstr>
      <vt:lpstr>1_Office Theme</vt:lpstr>
      <vt:lpstr>Customize your agents</vt:lpstr>
      <vt:lpstr>overview</vt:lpstr>
      <vt:lpstr>Instructions</vt:lpstr>
      <vt:lpstr>Skills</vt:lpstr>
      <vt:lpstr>Prompts</vt:lpstr>
      <vt:lpstr>Custom Agents</vt:lpstr>
      <vt:lpstr>Subagents</vt:lpstr>
      <vt:lpstr>Hooks (new!)</vt:lpstr>
      <vt:lpstr>Hooks detials</vt:lpstr>
      <vt:lpstr>Try this!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Courtney Webster</dc:creator>
  <cp:lastModifiedBy>Cynthia Zanoni</cp:lastModifiedBy>
  <cp:revision>2</cp:revision>
  <dcterms:created xsi:type="dcterms:W3CDTF">2026-02-18T01:59:20Z</dcterms:created>
  <dcterms:modified xsi:type="dcterms:W3CDTF">2026-02-27T18:58:25Z</dcterms:modified>
</cp:coreProperties>
</file>